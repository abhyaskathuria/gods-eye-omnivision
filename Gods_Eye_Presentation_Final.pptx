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970416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731520"/>
            <a:ext cx="5486400" cy="3084421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914400" y="3931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DC0000"/>
                </a:solidFill>
                <a:latin typeface="Arial"/>
              </a:defRPr>
            </a:pPr>
            <a:r>
              <a:t>OMNIVISION INTELLIGENCE PLATFORM</a:t>
            </a:r>
          </a:p>
          <a:p>
            <a:pPr algn="ctr">
              <a:defRPr sz="1600" b="1">
                <a:solidFill>
                  <a:srgbClr val="E6E6E6"/>
                </a:solidFill>
                <a:latin typeface="Arial"/>
              </a:defRPr>
            </a:pPr>
            <a:r>
              <a:t>Presenter: ABHYAS KATHURIA</a:t>
            </a:r>
          </a:p>
          <a:p>
            <a:pPr algn="ctr">
              <a:defRPr sz="1400">
                <a:solidFill>
                  <a:srgbClr val="8C8C8C"/>
                </a:solidFill>
                <a:latin typeface="Arial"/>
              </a:defRPr>
            </a:pPr>
            <a:r>
              <a:t>Roll No: 20241BCI0063  |  Course: BCA-AIML</a:t>
            </a:r>
          </a:p>
          <a:p>
            <a:pPr algn="ctr">
              <a:defRPr sz="1300">
                <a:solidFill>
                  <a:srgbClr val="DC0000"/>
                </a:solidFill>
                <a:latin typeface="Arial"/>
              </a:defRPr>
            </a:pPr>
            <a:r>
              <a:t>DEPARTMENT OF COMPUTER SCIENCE &amp; ENGINEERING  |  PRESIDENCY UNIVERSITY BANGALORE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THE CORE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Operational Inefficiencies in CTI &amp; OSINT: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Fragmented Tooling: Investigators waste time context-switching across 45+ separate command-line scripts and websites (Shodan, VirusTotal, AbuseIPDB, LeakCheck).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Data Correlation Silos: Information like IP reputation, WHOIS data, email leaks, and face images are processed separately, leaving correlation maps to manual spreadsheets.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Generative AI Integration Gap: Raw logs are complex to interpret, but traditional workflows lack a dynamic context-aware summarization layer.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Prohibitive Licensing Fees: Enterprise threat analysis software is too expensive for academic labs, SOC centers, and students.</a:t>
            </a:r>
          </a:p>
        </p:txBody>
      </p:sp>
      <p:pic>
        <p:nvPicPr>
          <p:cNvPr id="6" name="Picture 5" descr="media_17873970507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23642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TARGET USERS &amp; OPERATIONAL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411480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CTI ANALYSTS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Discover and monitor malicious Command-and-Control (C2) servers and threat actor infrastructure.</a:t>
            </a:r>
            <a:br/>
            <a:br/>
            <a:r>
              <a:t>Use Module: Cyber Intelligence, News GDELT Tracker, and Intel Graph.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645920"/>
            <a:ext cx="2560320" cy="411480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SOC &amp; IR TEAMS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Triage network intrusion alerts, verify IP reputation score triggers, and audit breached credentials.</a:t>
            </a:r>
            <a:br/>
            <a:br/>
            <a:r>
              <a:t>Use Module: Threat Score, Domain Investigator, Breach Check.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60320" cy="411480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FORENSICS &amp; DFIR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Examine suspect digital evidence, parse camera model stamps, and extract geographical capture targets.</a:t>
            </a:r>
            <a:br/>
            <a:br/>
            <a:r>
              <a:t>Use Module: Visual EXIF analysis, Identity Engine reverse image 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645920"/>
            <a:ext cx="2560320" cy="411480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OSINT RESEARCHERS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Track global flight vectors, naval assets, search user handles across social channels, and print briefings.</a:t>
            </a:r>
            <a:br/>
            <a:br/>
            <a:r>
              <a:t>Use Module: Username Recon, Geo Tracker, PDF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FULL-STACK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9184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FRONTEND CAPABILITIES</a:t>
            </a:r>
            <a:br/>
            <a:r>
              <a:t>(React 18 + Vite)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Single Page Application (SPA) compiled with Vite for ultra-low loading latencies.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Interactive mapping layers built on Leaflet.js and OpenStreetMap.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Dynamic relation modeling using HTML5 canvas and animated custom SVGs.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Stealth Theme Toggle: Switches UI context from Red to Analyst Blue instantly.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645920"/>
            <a:ext cx="4023360" cy="4114800"/>
          </a:xfrm>
          <a:prstGeom prst="rect">
            <a:avLst/>
          </a:prstGeom>
          <a:solidFill>
            <a:srgbClr val="0C0C0C"/>
          </a:solidFill>
          <a:ln w="254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BACKEND DISPATCHER</a:t>
            </a:r>
            <a:br/>
            <a:r>
              <a:t>(FastAPI + Uvicorn)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Asynchronous ASGI backend engine handling concurrent client searches via Uvicorn.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JWT Session Protection: 8-hour token expiry with embedded user access role checks.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Forensic Image Processing: Python Pillow parser extracting hidden metadata frames.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Activity Audit Log: Writes user query metrics to logs to ensure tracking accountability.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329184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API AGGREGATION</a:t>
            </a:r>
            <a:br/>
            <a:r>
              <a:t>(45+ External Feeds)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Groq AI Engine: Runs LLaMA 3.3 70B inference to generate intelligence summaries.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Cyber Threat Feeds: VirusTotal malware scans, Shodan networks, AbuseIPDB alerts.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Identity &amp; Breaches: Luxand, Face++, LeakCheck credentials repositories.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Geo tracking: OpenSky flight feeds, AIS vessel overlays, Sentinel imagery 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ASYNC-PARALLEL PROCESSING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Overcoming API Latencies via Concurrency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Sequential Bottleneck: Standard tools query APIs one after another, hanging up to 20 seconds for multi-source scans.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Async Dispatcher: God's Eye uses Python's 'asyncio.gather()' to dispatch all API requests in parallel, cutting time to under 5 seconds.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Rate-Limiting Protection: Handles API response timeouts gracefully, preserving free-tier quotas.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Error Isolation: Wraps each endpoint query in insulated try-except blocks so individual API outages never crash active searches.</a:t>
            </a:r>
          </a:p>
        </p:txBody>
      </p:sp>
      <p:pic>
        <p:nvPicPr>
          <p:cNvPr id="6" name="Picture 5" descr="media_17873971177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23642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BIOMETRIC &amp; KEYWORD PROFILING (IDENTITY ENGINE)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DC0000"/>
                </a:solidFill>
                <a:latin typeface="Arial"/>
              </a:defRPr>
            </a:pPr>
            <a:r>
              <a:t>BIOMETRIC PORTRAIT SCANNING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Luxand AI Integration: Extracts approximate age, gender, active emotions, smile rates, and glasses markings.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Face++ Processing: Deep facial parameter extraction, including complex emotion vectors and cosmetic beauty ratings.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SauceNAO Reverse Indexing: Compares face layouts against database models to identify direct platform matches.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Parallel Search Links: Auto-generates links to query Google Lens, Yandex Visual Search, and Bing images in one click.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Keyword OSINT: Aggregates News API &amp; Reddit public posts to build a summarized profile via LLaMA 3.3.</a:t>
            </a:r>
          </a:p>
        </p:txBody>
      </p:sp>
      <p:pic>
        <p:nvPicPr>
          <p:cNvPr id="6" name="Picture 5" descr="media_1787397068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29000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CYBER THREAT INTEL &amp; USERNAME RECON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Cyber Investigation &amp; Footprint Mapping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IP Tracker: Resolves exact coordinates, ISP maps, AbuseIPDB confidence score, and VirusTotal engines.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Domain Investigator: Pulls WHOIS registration records, DNS routing maps, and live landing page captures via URLScan.io.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Shodan Explorer: Queries globally exposed databases (MongoDB), remote servers (SSH), and webcams.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Username Recon: Scans 30+ major networks in parallel (GitHub, Twitter, Reddit, TikTok, LinkedIn, etc.) to list direct profile links.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Breach Check: Queries LeakCheck.io to check compromised employee credentials.</a:t>
            </a:r>
          </a:p>
        </p:txBody>
      </p:sp>
      <p:pic>
        <p:nvPicPr>
          <p:cNvPr id="6" name="Picture 5" descr="media_1787397105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18284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LIVE GEOSPATIAL TRACKING &amp; SATELLITE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Interactive Asset Mapping &amp; Satellite Passes</a:t>
            </a:r>
          </a:p>
          <a:p>
            <a:pPr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* Live Flight Tracker: Connects to the OpenSky Network via OAuth2 to pull and map 10,000+ real-time aircraft locations globally. Renders flights on an interactive Leaflet map.</a:t>
            </a:r>
          </a:p>
          <a:p>
            <a:pPr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* Dynamic Flight Details: Click on plane icons to trace callsigns, ICAO registrations, altitude, velocity, and vector headings.</a:t>
            </a:r>
          </a:p>
          <a:p>
            <a:pPr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* Marine Vessel Tracking: Integrates coastal ship WebSocket overlays for maritime surveillance.</a:t>
            </a:r>
          </a:p>
          <a:p>
            <a:pPr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* Satellite Image Hub: Generates coordinates to pull passes from NASA Worldview and Sentinel 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GEOGRAPHIC DATA FUSION</a:t>
            </a:r>
          </a:p>
          <a:p>
            <a:br/>
            <a:pPr algn="l">
              <a:spcBef>
                <a:spcPts val="10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1. Nominatim Geocoder:</a:t>
            </a:r>
            <a:br/>
            <a:r>
              <a:t>Resolves decimal coordinates (e.g. from target photo EXIF) to exact addresses.</a:t>
            </a:r>
            <a:br/>
            <a:br/>
            <a:r>
              <a:t>2. OpenWeatherMap Link:</a:t>
            </a:r>
            <a:br/>
            <a:r>
              <a:t>Fetches real-time weather logs (temperature, humidity, wind conditions) for the target location to confirm operational visibility.</a:t>
            </a:r>
            <a:br/>
            <a:br/>
            <a:r>
              <a:t>3. OSINT Playbook Integration:</a:t>
            </a:r>
            <a:br/>
            <a:r>
              <a:t>Integrates geographical queries with standard investigation SOP checklists to support physical target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MULTI-SIGNAL THREAT SCORING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7295" cy="109728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DC0000"/>
                </a:solidFill>
                <a:latin typeface="Arial"/>
              </a:defRPr>
            </a:pPr>
            <a:r>
              <a:t>THE THREAT SCORE EQUATION</a:t>
            </a:r>
          </a:p>
          <a:p>
            <a:pPr algn="ctr">
              <a:spcBef>
                <a:spcPts val="400"/>
              </a:spcBef>
              <a:defRPr b="1" sz="1300">
                <a:solidFill>
                  <a:srgbClr val="E6E6E6"/>
                </a:solidFill>
                <a:latin typeface="Consolas"/>
              </a:defRPr>
            </a:pPr>
            <a:r>
              <a:t>Score (0-100) = VirusTotal Detections [30] + AbuseIPDB Reputation [25] + Domain Registration Age [15] + Compromised Breaches [15] + GPS Metadata Presence [10] + Negative News Sentiment [5]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DC0000"/>
                </a:solidFill>
                <a:latin typeface="Arial"/>
              </a:defRPr>
            </a:pPr>
            <a:r>
              <a:t>Mathematical Parameter Rationale</a:t>
            </a:r>
          </a:p>
          <a:p>
            <a:pPr lvl="1">
              <a:spcBef>
                <a:spcPts val="6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VT Consensus (30pts): 70+ AV engines consensus is the strongest malicious signal.</a:t>
            </a:r>
          </a:p>
          <a:p>
            <a:pPr lvl="1">
              <a:spcBef>
                <a:spcPts val="6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AbuseIPDB (25pts): Active abuse logs (port scans, bruteforce, proxy gateway alerts).</a:t>
            </a:r>
          </a:p>
          <a:p>
            <a:pPr lvl="1">
              <a:spcBef>
                <a:spcPts val="6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Domain Age (15pts): Penalizes new domains under 7 days (standard phishing tactics).</a:t>
            </a:r>
          </a:p>
          <a:p>
            <a:pPr lvl="1">
              <a:spcBef>
                <a:spcPts val="6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GPS (10pts): Instant 10-point addition if geotags are found in image metadata.</a:t>
            </a:r>
          </a:p>
        </p:txBody>
      </p:sp>
      <p:pic>
        <p:nvPicPr>
          <p:cNvPr id="7" name="Picture 6" descr="media_17873971389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0"/>
            <a:ext cx="5486400" cy="3423642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INTELLIGENCE GRAPH &amp; PLAYBOOKS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Visual Correlation Maps &amp; Guided SOPs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Intelligence Graph: Renders Maltego-style relationship maps dynamically (IPs, Domains, Emails, Names) using animated SVGs.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Click Node details: Interactive node inspection displays reputation metadata instantly.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Guided Playbooks: 6 pre-built incident templates (Cyber Threat Hunt, Image Forensics, Domain Recon). Checklists animate as steps are executed.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Jump Module Shortcuts: Click on a playbook step to jump directly to that module, auto-filling target inputs.</a:t>
            </a:r>
          </a:p>
        </p:txBody>
      </p:sp>
      <p:pic>
        <p:nvPicPr>
          <p:cNvPr id="6" name="Picture 5" descr="media_17873970573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18284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SIGINT &amp; BLOCKCHAIN LEDGER INTEL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Wireless Recon &amp; Cryptographic Ledger Tracking</a:t>
            </a:r>
          </a:p>
          <a:p>
            <a:pPr lvl="1">
              <a:spcBef>
                <a:spcPts val="6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Wireless Airspace Recon: Integrates with the Wigle.net database to locate nearby Wi-Fi network coordinates on an interactive dark Leaflet map.</a:t>
            </a:r>
          </a:p>
          <a:p>
            <a:pPr lvl="1">
              <a:spcBef>
                <a:spcPts val="6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Wi-Fi Audit Details: Extracts SSID, BSSID (MAC Address), signal strength (QoS), encryption standards, and channels dynamically.</a:t>
            </a:r>
          </a:p>
          <a:p>
            <a:pPr lvl="1">
              <a:spcBef>
                <a:spcPts val="6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Crypto Ledger Tracker: Communicates with Etherscan (ETH) and Blockcypher (BTC) explorers to query address balances and transaction tables.</a:t>
            </a:r>
          </a:p>
          <a:p>
            <a:pPr lvl="1">
              <a:spcBef>
                <a:spcPts val="6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Ledger Route Mapping: Graphs visual transaction hops (Target Wallet -&gt; Current Balance -&gt; Transfer Relays) for financial forensics.</a:t>
            </a:r>
          </a:p>
          <a:p>
            <a:pPr lvl="1">
              <a:spcBef>
                <a:spcPts val="6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Threat Intelligence: Real-time threat pulse metadata via AlienVault OTX (Open Threat Exchange) for indicators (IPs/domains).</a:t>
            </a:r>
          </a:p>
        </p:txBody>
      </p:sp>
      <p:pic>
        <p:nvPicPr>
          <p:cNvPr id="6" name="Picture 5" descr="media_17873971177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23642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UNIQUE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Why God's Eye is Different: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45+ Free-Tier APIs: Zero subscription or setup cost, rendering enterprise-grade CTI accessible.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AI Summaries (LLaMA 3.3 70B): Automatic text fusion reduces synthesis delays by over 90%.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JWT Session Protection: Session limits and secure local environment prevent raw key exposures.</a:t>
            </a:r>
          </a:p>
          <a:p>
            <a:pPr lvl="1"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Log Accountability: Mandatory Ethics Agreements and detailed search logs prevent tool misuse.</a:t>
            </a:r>
          </a:p>
        </p:txBody>
      </p:sp>
      <p:pic>
        <p:nvPicPr>
          <p:cNvPr id="6" name="Picture 5" descr="media_1787397062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29000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FUTURE ROADMAP &amp; PROJECT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Development Roadmap (v2.0)</a:t>
            </a:r>
          </a:p>
          <a:p>
            <a:pPr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* Docker Containerization: Support cross-platform deployments (Mac, Linux) via docker-compose.</a:t>
            </a:r>
          </a:p>
          <a:p>
            <a:pPr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* Deepfake GAN Detection: Integrate deep learning models to identify AI-generated synthetic media in visual scans.</a:t>
            </a:r>
          </a:p>
          <a:p>
            <a:pPr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* Advanced Forensics: Machine learning models for voice cloning detection.</a:t>
            </a:r>
          </a:p>
          <a:p>
            <a:pPr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* Mobile-Responsive Layout: Optimize Tailwind parameters for field mobile devices.</a:t>
            </a:r>
          </a:p>
        </p:txBody>
      </p:sp>
      <p:pic>
        <p:nvPicPr>
          <p:cNvPr id="6" name="Picture 5" descr="media_17873971112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23642"/>
          </a:xfrm>
          <a:prstGeom prst="rect">
            <a:avLst/>
          </a:prstGeom>
          <a:ln w="19050">
            <a:solidFill>
              <a:srgbClr val="DC0000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